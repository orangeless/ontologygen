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4081db853deb87c2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4081db853deb87c2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4081db853deb87c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4081db853deb87c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4081db853deb87c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4081db853deb87c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4081db853deb87c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4081db853deb87c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brains-group/towards_automated_ontology_generation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39450"/>
            <a:ext cx="8520600" cy="102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Based on: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955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https://github.com/brains-group/towards_automated_ontology_generation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00" y="1386725"/>
            <a:ext cx="8104950" cy="345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9975" y="2285400"/>
            <a:ext cx="684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the implementations differ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36050" y="753025"/>
            <a:ext cx="8520600" cy="13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>
                <a:solidFill>
                  <a:schemeClr val="dk1"/>
                </a:solidFill>
              </a:rPr>
              <a:t>Reference to structure the </a:t>
            </a:r>
            <a:r>
              <a:rPr lang="en-GB">
                <a:solidFill>
                  <a:schemeClr val="dk1"/>
                </a:solidFill>
              </a:rPr>
              <a:t>ontology</a:t>
            </a:r>
            <a:r>
              <a:rPr lang="en-GB">
                <a:solidFill>
                  <a:schemeClr val="dk1"/>
                </a:solidFill>
              </a:rPr>
              <a:t> based on Farzad’s implementation (dart-project-main in Documents)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36050" y="244450"/>
            <a:ext cx="342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had to be added 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36050" y="2858100"/>
            <a:ext cx="8520600" cy="13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Code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Accuracy &amp; metrics 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accurate it is?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How specific?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Any facts omitted, what is included?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Screenshot of the system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Bar chart the same as made in the pdf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